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计划任务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47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完成任务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42</c:v>
                </c:pt>
                <c:pt idx="3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新增 Bug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修复 Bug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i-Write 项目周报</a:t>
              <a:rPr sz="44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ctr"/>
            <a:r>
              <a:t>2026-06-16 ~ 2026-06-20</a:t>
              <a:rPr sz="2000">
                <a:solidFill>
                  <a:srgbClr val="555555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ctr"/>
            <a:r>
              <a:t>陈强 · 技术负责人 · Nexora Tech</a:t>
              <a:rPr sz="1600">
                <a:solidFill>
                  <a:srgbClr val="888888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本周目标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1. 完成用户认证模块（OAuth2 + JWT）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修复 3 个高优 Bug（BUG-201/205/210）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完成支付系统技术方案设计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完成情况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08000">
                <a:tc>
                  <a:txBody>
                    <a:bodyPr/>
                    <a:lstStyle/>
                    <a:p>
                      <a:r>
                        <a:t>任务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认证模块 OAuth2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陈强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Microsoft OAuth2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陈强、刘伟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GitHub OAuth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刘伟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登录页面 UI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赵丽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BUG-201/205/210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赵丽、刘伟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E2E 测试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🔄 80%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杨飞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支付系统方案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陈强、刘伟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Token 刷新修复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完成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刘伟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Sprint 进度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遇到的问题与解决方案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问题 1: Azure AD redirect_uri 配置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一个 App Registration 配多个 uri，用环境变量区分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问题 2: Token 刷新竞态条件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队列机制：刷新中请求排队等待，刷新后用新 Token 重发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问题 3: GitHub OAuth 回调超时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增加超时到 10s + 重试机制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下周计划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1. 完成 E2E 测试并修复发现的问题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支付系统设计评审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开始支付模块开发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4. 更新技术文档</a:t>
              <a:rPr sz="22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RAG 引擎进展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Query Expansion → Hybrid Search → Reranker → Groundedness Check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BM25 检索（MiniSearch + jieba-wasm）— Recall@10: 0.78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向量检索（SiliconFlow bge-m3, 1024 维）— Recall@10: 0.82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RRF 融合（k=60）— Recall@10: 0.91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Reranker 三级降级（远程 API → 本地 Cross-Encoder → 启发式）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Groundedness Check — 准确率 92%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端到端延迟: &lt; 3s（P95）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认证模块架构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User → OAuth2 Provider → Callback → JWT Generation → Frontend Storage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Microsoft OAuth2（MSAL.js + PKCE）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GitHub OAuth（passport.js）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JWT Token 管理（Access Token 1h + Refresh Token 7d）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Token 刷新队列机制（修复 BUG-215 竞态条件）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登录成功率: 99.8% | Token 刷新成功率: 99.95%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Bug 趋势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遇到的问题与解决方案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问题 1: Azure AD redirect_uri 配置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一个 App Registration 配多个 uri，用环境变量区分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问题 2: Token 刷新竞态条件（BUG-215）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队列机制：刷新中请求排队等待，刷新后用新 Token 重发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问题 3: GitHub OAuth 回调超时（BUG-216）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增加超时到 10s + 重试机制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问题 4: Gemini systemPromptMode 不兼容</a:t>
              <a:rPr sz="1800" b="1">
                <a:solidFill>
                  <a:srgbClr val="CC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→ ModelCapabilities 查询机制，自动适配参数差异</a:t>
              <a:rPr sz="1800">
                <a:solidFill>
                  <a:srgbClr val="0088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团队协作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技术部（8 人）：陈强、刘伟、赵丽、孙娜、王超、周敏、徐骏、杨飞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产品部（2 人）：苏楠、黄薇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设计部（2 人）：罗茜、何成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市场/销售（2 人）：王莉、张伟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法务（1 人）：唐敏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客户成功（1 人）：李鑫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管理层（3 人）：陈宇、王琳、赵军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月度 PR: 195 | 测试覆盖率: 68% → 87%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Q &amp; A</a:t>
              <a:rPr sz="44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ctr"/>
            <a:r>
              <a:t>感谢关注 i-Write 项目进展</a:t>
              <a:rPr sz="2000">
                <a:solidFill>
                  <a:srgbClr val="555555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