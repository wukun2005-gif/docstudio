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i-Write 项目周报</a:t>
              <a:rPr sz="44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2026-06-16 ~ 2026-06-20</a:t>
              <a:rPr sz="2000">
                <a:solidFill>
                  <a:srgbClr val="555555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张三 · Tech Lead</a:t>
              <a:rPr sz="1600">
                <a:solidFill>
                  <a:srgbClr val="888888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本周目标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1. 完成用户认证模块（OAuth2 + JWT）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修复 3 个高优 Bug（BUG-201/205/210）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完成支付系统技术方案设计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完成情况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058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508000">
                <a:tc>
                  <a:txBody>
                    <a:bodyPr/>
                    <a:lstStyle/>
                    <a:p>
                      <a:r>
                        <a:t>任务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状态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负责人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认证模块 OAuth2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张三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Microsoft OAuth2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张三、李四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GitHub OAuth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登录页面 UI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BUG-201/205/210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王五、李四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E2E 测试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🔄 80%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赵六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支付系统方案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张三、李四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Token 刷新修复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完成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关键数据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23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代码 PR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3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Bug 修复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85%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测试覆盖率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2860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100%</a:t>
              <a:rPr sz="4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认证模块</a:t>
              <a:rPr sz="14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遇到的问题与解决方案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问题 1: Azure AD redirect_uri 配置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一个 App Registration 配多个 uri，用环境变量区分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2: Token 刷新竞态条件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队列机制：刷新中请求排队等待，刷新后用新 Token 重发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1800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问题 3: GitHub OAuth 回调超时</a:t>
              <a:rPr sz="1800" b="1">
                <a:solidFill>
                  <a:srgbClr val="CC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→ 增加超时到 10s + 重试机制</a:t>
              <a:rPr sz="1800">
                <a:solidFill>
                  <a:srgbClr val="0088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下周计划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1. 完成 E2E 测试并修复发现的问题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支付系统设计评审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开始支付模块开发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4. 更新技术文档</a:t>
              <a:rPr sz="22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