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注册用户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  <c:pt idx="3">
                  <c:v>10 月</c:v>
                </c:pt>
                <c:pt idx="4">
                  <c:v>11 月</c:v>
                </c:pt>
                <c:pt idx="5">
                  <c:v>12 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500</c:v>
                </c:pt>
                <c:pt idx="2">
                  <c:v>1500</c:v>
                </c:pt>
                <c:pt idx="3">
                  <c:v>3000</c:v>
                </c:pt>
                <c:pt idx="4">
                  <c:v>5000</c:v>
                </c:pt>
                <c:pt idx="5">
                  <c:v>8000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付费用户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7 月</c:v>
                </c:pt>
                <c:pt idx="1">
                  <c:v>8 月</c:v>
                </c:pt>
                <c:pt idx="2">
                  <c:v>9 月</c:v>
                </c:pt>
                <c:pt idx="3">
                  <c:v>10 月</c:v>
                </c:pt>
                <c:pt idx="4">
                  <c:v>11 月</c:v>
                </c:pt>
                <c:pt idx="5">
                  <c:v>12 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25</c:v>
                </c:pt>
                <c:pt idx="2">
                  <c:v>75</c:v>
                </c:pt>
                <c:pt idx="3">
                  <c:v>150</c:v>
                </c:pt>
                <c:pt idx="4">
                  <c:v>250</c:v>
                </c:pt>
                <c:pt idx="5">
                  <c:v>400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ARR ($M)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2026 Q3</c:v>
                </c:pt>
                <c:pt idx="1">
                  <c:v>2026 Q4</c:v>
                </c:pt>
                <c:pt idx="2">
                  <c:v>2027 Q1</c:v>
                </c:pt>
                <c:pt idx="3">
                  <c:v>2027 Q2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1.29</c:v>
                </c:pt>
                <c:pt idx="1">
                  <c:v>3.5</c:v>
                </c:pt>
                <c:pt idx="2">
                  <c:v>6.5</c:v>
                </c:pt>
                <c:pt idx="3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Nexora Tech · 投资人更新</a:t>
              <a:rPr sz="44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ctr"/>
            <a:r>
              <a:t>2026 年 6 月</a:t>
              <a:rPr sz="2000">
                <a:solidFill>
                  <a:srgbClr val="555555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公司概览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公司：Nexora Tech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产品：i-Write — 企业级可信文档生成平台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团队：18 人（技术 8 + 产品 2 + 设计 2 + 市场 2 + 法务 1 + CS 1 + 管理 3）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阶段：Alpha 版本就绪，准备 Beta 发布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核心能力：溯源 + 知识库 + Trust Score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产品进展（6 月）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✅ Sprint 1: 基础设施搭建（42 PR merged）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Sprint 2: 知识管理模块（51 PR merged）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Sprint 3: RAG 引擎 + 认证模块（47 PR merged）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✅ Sprint 4: 文档生成 + 评估体系（55 PR merged）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月度总计：195 PR merged | 测试覆盖率：68% → 87%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i-Write Alpha 版本就绪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市场数据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NPS: 8.0/10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意向客户：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Acme Corp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200 人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$117,600/年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技术优势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1. 溯源能力：chunk 级别溯源，每段文字有据可查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2. RAG 引擎：Hybrid Search + RRF 融合，Recall@10: 0.91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3. Trust Score：5 维度评估，准确率 92%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技术壁垒：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多模型自适应（ModelCapabilities 查询机制）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Reranker 三级降级（远程 → 本地 → 启发式）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Groundedness Check（句子级验证）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商业模式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SaaS 订阅模式：Free / Pro ($19) / Team ($49)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年付优惠：8 折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收入预测（Q3 末）：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- 10 家企业客户 × $117,600/年 = $1.176M ARR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- 500 个人用户 × $19/月 × 12 = $114K ARR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总计：$1.29M ARR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财务预测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烧钱率：$150K/月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Runway：18 个月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盈亏平衡：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2027 Q4（预计）</a:t>
              <a:rPr sz="18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融资需求</a:t>
              <a:rPr sz="3200" b="1">
                <a:solidFill>
                  <a:srgbClr val="000000"/>
                </a:solidFill>
                <a:latin typeface="Helvetica Neue"/>
                <a:ea typeface="PingFang SC"/>
                <a:cs typeface="PingFang SC"/>
              </a:rPr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t>Series A: $5M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用途：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团队扩展：$2M（+7 人，18 → 25 人）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市场推广：$1.5M（PLG + 企业直销）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- 基础设施：$1.5M（服务器、LLM API、安全合规）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/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  <a:p>
            <a:pPr algn="l"/>
            <a:r>
              <a:t>目标：2027 Q2 达到 $10M ARR</a:t>
              <a:rPr sz="2000">
                <a:solidFill>
                  <a:srgbClr val="333333"/>
                </a:solidFill>
                <a:latin typeface="Helvetica Neue"/>
                <a:ea typeface="PingFang SC"/>
                <a:cs typeface="PingFang SC"/>
              </a:rPr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