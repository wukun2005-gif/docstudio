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市场份额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Jasper</c:v>
                </c:pt>
                <c:pt idx="1">
                  <c:v>Copy.ai</c:v>
                </c:pt>
                <c:pt idx="2">
                  <c:v>Notion AI</c:v>
                </c:pt>
                <c:pt idx="3">
                  <c:v>其他</c:v>
                </c:pt>
                <c:pt idx="4">
                  <c:v>i-Write 目标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i-Write 产品路线图</a:t>
              <a:rPr sz="44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ctr"/>
            <a:r>
              <a:t>Q3 2026 · Nexora Tech</a:t>
              <a:rPr sz="2000">
                <a:solidFill>
                  <a:srgbClr val="555555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产品愿景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成为企业级可信文档生成平台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核心价值主张：让每一份文档都有据可查、有源可溯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差异化优势：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1. 溯源能力：每段文字都能追溯到知识库来源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2. 知识库集成：支持 10+ 知识源类型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3. Trust Score：5 维度评估文档可信度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市场机会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457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全球市场规模：$4.2B（2026）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年增长率：28%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i-Write 目标：$420M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竞品定价：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Jasper: $49/月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Copy.ai: $36/月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i-Write: $19/月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核心功能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1. 知识库管理 — 10+ 知识源类型，自动切片 + Embedding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2. RAG 引擎 — BM25 + 向量检索 + RRF 融合 + Reranker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3. 可信生成 — 叙事引擎 + Groundedness Check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4. 生成树溯源 — 每段文字追溯到 chunk 级别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5. 评估体系 — Trust Metrics 5 维度评分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6. 文档导出 — Word / PPT / Excel 三种格式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技术路线（5 Phase）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Phase 1 (6月): 基础设施 — 项目骨架、Provider、CI/CD ✅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Phase 2 (6-7月): 知识管理 — 文件上传、知识库、Embedding ✅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Phase 3 (7月): RAG 引擎 — BM25、向量检索、Reranker ✅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Phase 4 (8月): 文档生成 — Word/PPT/Excel、叙事引擎 ✅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Phase 5 (9月): 评估体系 — 在线评估、离线评估、历史对比 🔄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竞品对比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731520">
                <a:tc>
                  <a:txBody>
                    <a:bodyPr/>
                    <a:lstStyle/>
                    <a:p>
                      <a:r>
                        <a:t>功能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i-Write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Jasper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Copy.ai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Notion AI</a:t>
                        <a:rPr sz="1400" b="1">
                          <a:solidFill>
                            <a:srgbClr val="000000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溯源能力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chunk 级别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知识库集成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10+ 源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基础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Trust Score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5 维度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价格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$19/月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$49/月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$36/月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$10/月</a:t>
                        <a:rPr sz="1400">
                          <a:solidFill>
                            <a:srgbClr val="333333"/>
                          </a:solidFill>
                          <a:latin typeface="Helvetica Neue"/>
                          <a:ea typeface="PingFang SC"/>
                          <a:cs typeface="PingFang SC"/>
                        </a:rPr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定价策略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Free</a:t>
              <a:rPr sz="2800" b="1">
                <a:solidFill>
                  <a:srgbClr val="1a56db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$0/月</a:t>
              <a:rPr sz="2400" b="1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5 次生成/月</a:t>
              <a:rPr sz="1600">
                <a:solidFill>
                  <a:srgbClr val="666666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Pro</a:t>
              <a:rPr sz="2800" b="1">
                <a:solidFill>
                  <a:srgbClr val="1a56db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$19/月</a:t>
              <a:rPr sz="2400" b="1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无限生成</a:t>
              <a:rPr sz="1600">
                <a:solidFill>
                  <a:srgbClr val="666666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Team</a:t>
              <a:rPr sz="2800" b="1">
                <a:solidFill>
                  <a:srgbClr val="1a56db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$49/月/人</a:t>
              <a:rPr sz="2400" b="1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团队协作</a:t>
              <a:rPr sz="1600">
                <a:solidFill>
                  <a:srgbClr val="666666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GoToMarket 计划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PLG（Product-Led Growth）：免费版 → 自然升级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企业直销：目标 Q3 签约 10 家企业客户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内容营销：技术博客 + 社交媒体（掘金、知乎）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关键里程碑：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7/15: Beta 发布 | 8/1: Landing page | 8/15: 首个付费客户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团队与资源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当前团队：18 人（技术 8 + 产品 2 + 设计 2 + 市场 2 + 法务 1 + CS 1 + 管理 3）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Q3 末目标：25 人（+3 工程师、+2 销售、+2 CS）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融资需求：Series A $5M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用途：团队扩展（$2M）+ 市场推广（$1.5M）+ 基础设施（$1.5M）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下一步行动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1. 7 月：Beta 版本发布 + Landing page 上线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2. 8 月：PLG 启动 + 企业直销启动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3. 9 月：首批企业客户上线 + 产品发布会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关键目标：Q3 末 DAU 1000 + 10 家企业客户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